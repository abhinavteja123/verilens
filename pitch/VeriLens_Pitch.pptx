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4" name="Shape 2"/>
          <p:cNvSpPr/>
          <p:nvPr/>
        </p:nvSpPr>
        <p:spPr>
          <a:xfrm>
            <a:off x="11301984" y="502920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02920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327648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71032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8" name="Shape 6"/>
          <p:cNvSpPr/>
          <p:nvPr/>
        </p:nvSpPr>
        <p:spPr>
          <a:xfrm>
            <a:off x="11301984" y="6327648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9" name="Shape 7"/>
          <p:cNvSpPr/>
          <p:nvPr/>
        </p:nvSpPr>
        <p:spPr>
          <a:xfrm>
            <a:off x="11658600" y="5971032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10" name="Shape 8"/>
          <p:cNvSpPr/>
          <p:nvPr/>
        </p:nvSpPr>
        <p:spPr>
          <a:xfrm>
            <a:off x="5682996" y="1143000"/>
            <a:ext cx="822960" cy="82296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0" descr="/Users/mahadev/Downloads/ProofSnap-main/pitch/icons_yb/shiel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047" y="1324051"/>
            <a:ext cx="460858" cy="46085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0" y="2212848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VERILENS</a:t>
            </a:r>
            <a:endParaRPr lang="en-US" sz="5600" dirty="0"/>
          </a:p>
        </p:txBody>
      </p:sp>
      <p:sp>
        <p:nvSpPr>
          <p:cNvPr id="13" name="Text 10"/>
          <p:cNvSpPr txBox="1"/>
          <p:nvPr/>
        </p:nvSpPr>
        <p:spPr>
          <a:xfrm>
            <a:off x="0" y="3273552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/ AI-Generated Image Detector for KYC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62556" y="395020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forensic evidence system for identity checks — per-lane reasoning,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“I don’t know,” and a tamper-proof audit trail.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31436" y="5029200"/>
            <a:ext cx="2926080" cy="11887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Deepfake / AI-Generated Image Detector for KYC  ·  Cybersecurity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Gen-AI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identity checks were built for a world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photo was hard to fake.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84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world is gone.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global fraud in 2026 is deepfake-driven — up from 7% in 2024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47744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3776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+2,665%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03776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surge in native virtual-camera injection attacks (iProov, 2026)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6848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02880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$20/mo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802880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real-time face-swap + camera injection as fraud-as-a-service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hackathon team will show a photo, and a percentage. That answers the wrong question — the real attack is injecting a synthetic image at the exact point a bank trusts the camera.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CROWDED FIELD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generic detector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30552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6" name="Image 0" descr="/Users/mahadev/Downloads/ProofSnap-main/pitch/icons_yb/eyeslash_w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241652"/>
            <a:ext cx="271577" cy="2715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993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pairing to an identity document — detects a photo, not a KYC applicant.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62656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1B1B1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72968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1" name="Image 1" descr="/Users/mahadev/Downloads/ProofSnap-main/pitch/icons_yb/question_w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3284068"/>
            <a:ext cx="271577" cy="2715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054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number out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03580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“87% fake.” No region, no signal, nothing a compliance officer can act 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05072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15384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6" name="Image 2" descr="/Users/mahadev/Downloads/ProofSnap-main/pitch/icons_yb/xmark_w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326484"/>
            <a:ext cx="271577" cy="27157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96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binary guess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40782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or compressed input still gets a confident verdict — no way to say “unsure.”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047488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1B1B1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57800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1" name="Image 3" descr="/Users/mahadev/Downloads/ProofSnap-main/pitch/icons_yb/warning_w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5368900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38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the real attack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51206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Global-artifact detectors miss local edits — exactly what fraudsters use (next slide).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WE BUILD 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detectors don’t fail randomly.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fail in one specific, documented way.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flask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2695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194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2602.00192 — “AI-Generated Image Detectors Overrely on Global Artifacts”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6974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learn a global VAE spectral shift left across the WHOLE image by inpainting — not the synthesised content itself. “Inpainting Exchange” (INP-X) restores original pixels outside the edited region, isolating that shortcut.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758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inpainting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~91%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Sightengine &amp; Hive 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361188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3758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INP-X exchanged images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069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6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 — a coin flip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fix published (FUSED, Aug 2026) explicitly excludes face manipulation. Faces are exactly what KYC checks — and the paper shows faces have the narrowest global-artifact shortcut, i.e. the domain where this blind spot matters most.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LAYER BY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request. Five ordered layers.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177272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6" name="Image 0" descr="/Users/mahadev/Downloads/ProofSnap-main/pitch/icons_yb/layercapture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2154326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842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96596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photo + live selfie. Selfie is camera-only — no gallery path.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94944" y="2848356"/>
            <a:ext cx="10030968" cy="841248"/>
          </a:xfrm>
          <a:prstGeom prst="roundRect">
            <a:avLst>
              <a:gd name="adj" fmla="val 8696"/>
            </a:avLst>
          </a:prstGeom>
          <a:solidFill>
            <a:srgbClr val="1B1B1B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" y="3012948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1" descr="/Users/mahadev/Downloads/ProofSnap-main/pitch/icons_yb/layergate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31281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17904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 Gate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86784" y="2939796"/>
            <a:ext cx="6510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blur, JPEG quality checked first. Unreadable input is rejected before any lane runs.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841248" y="3822192"/>
            <a:ext cx="9884664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5875">
            <a:solidFill>
              <a:srgbClr val="C99A0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3986784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6" name="Image 2" descr="/Users/mahadev/Downloads/ProofSnap-main/pitch/icons_yb/layerlanes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4101998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Lanes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133088" y="3913632"/>
            <a:ext cx="6364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forensic checks run in parallel — synthesis, noise, compression, attestation, face match, replay detection.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987552" y="4796028"/>
            <a:ext cx="9738360" cy="841248"/>
          </a:xfrm>
          <a:prstGeom prst="roundRect">
            <a:avLst>
              <a:gd name="adj" fmla="val 8696"/>
            </a:avLst>
          </a:prstGeom>
          <a:solidFill>
            <a:srgbClr val="1B1B1B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52144" y="4960620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3" descr="/Users/mahadev/Downloads/ProofSnap-main/pitch/icons_yb/layerjudge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358" y="5075834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10512" y="49057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Judge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279392" y="488746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which lanes agree. Disagreement or low coverage → abstain, not guess.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1133856" y="5769864"/>
            <a:ext cx="9592056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98448" y="5934456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6" name="Image 4" descr="/Users/mahadev/Downloads/ProofSnap-main/pitch/icons_yb/layerchain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662" y="604967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956816" y="58795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Verdict + Anchor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425696" y="5861304"/>
            <a:ext cx="6071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verdict returned, signed, and anchored on Sepolia — the decision is now auditable.</a:t>
            </a:r>
            <a:endParaRPr lang="en-US" sz="1130" dirty="0"/>
          </a:p>
        </p:txBody>
      </p:sp>
      <p:sp>
        <p:nvSpPr>
          <p:cNvPr id="29" name="Text 2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3, EXPANDED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independent lanes. One accountable judge.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6" name="Image 0" descr="/Users/mahadev/Downloads/ProofSnap-main/pitch/icons_yb/layers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848" y="2189256"/>
            <a:ext cx="266639" cy="2666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Synthesis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Patch-level, trained on INP-X exchanged images — reads content, not the global shortcut.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44852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93492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2" name="Image 1" descr="/Users/mahadev/Downloads/ProofSnap-main/pitch/icons_yb/magnify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060" y="2189256"/>
            <a:ext cx="266639" cy="2666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3545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354580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Residual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372868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regions unnaturally clean for their detail level — the signature of generated content.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941064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9704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8" name="Image 2" descr="/Users/mahadev/Downloads/ProofSnap-main/pitch/icons_yb/code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272" y="2189256"/>
            <a:ext cx="266639" cy="2666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50792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050792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/ ELA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069080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Recompression error inconsistent with local detail — catches splices and pasted portraits.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637276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85916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4" name="Image 3" descr="/Users/mahadev/Downloads/ProofSnap-main/pitch/icons_yb/camera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484" y="2189256"/>
            <a:ext cx="266639" cy="2666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47004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747004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Attestation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5765292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single-use nonce proves live capture — absence is never evidence of fakery.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333488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882128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0" name="Image 4" descr="/Users/mahadev/Downloads/ProofSnap-main/pitch/icons_yb/usershield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696" y="2189256"/>
            <a:ext cx="266639" cy="26663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43216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443216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7461504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similarity between the ID photo and the selfie — the identity axis.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029700" y="1874520"/>
            <a:ext cx="1591056" cy="2606040"/>
          </a:xfrm>
          <a:prstGeom prst="roundRect">
            <a:avLst>
              <a:gd name="adj" fmla="val 517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578340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6" name="Image 5" descr="/Users/mahadev/Downloads/ProofSnap-main/pitch/icons_yb/mobile_bl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1908" y="2189256"/>
            <a:ext cx="266639" cy="26663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139428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G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139428" y="29352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Detection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9157716" y="344728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Patch-wise frequency analysis catches a screen or printout held up to the camera.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0" y="453542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48640" y="4846320"/>
            <a:ext cx="10177272" cy="777240"/>
          </a:xfrm>
          <a:prstGeom prst="roundRect">
            <a:avLst>
              <a:gd name="adj" fmla="val 11765"/>
            </a:avLst>
          </a:prstGeom>
          <a:solidFill>
            <a:srgbClr val="FFC627"/>
          </a:solidFill>
          <a:ln/>
        </p:spPr>
      </p:sp>
      <p:sp>
        <p:nvSpPr>
          <p:cNvPr id="42" name="Shape 34"/>
          <p:cNvSpPr/>
          <p:nvPr/>
        </p:nvSpPr>
        <p:spPr>
          <a:xfrm>
            <a:off x="777240" y="5006340"/>
            <a:ext cx="457200" cy="457200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43" name="Image 6" descr="/Users/mahadev/Downloads/ProofSnap-main/pitch/icons_yb/scale_w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10" y="5109210"/>
            <a:ext cx="251460" cy="25146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417320" y="4956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Judge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1417320" y="523036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usable lanes · abstains on disagreement — explainable by construction, not a black box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axes. Never one blended score.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real photo of the wrong person” and “an AI selfie of the right person” are different failures.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7" name="Image 0" descr="/Users/mahadev/Downloads/ProofSnap-main/pitch/icons_yb/check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430475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98448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LIKELY_FAKE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INSUFFICIENT_EVIDENCE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14216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97096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1" descr="/Users/mahadev/Downloads/ProofSnap-main/pitch/icons_yb/usershield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51" y="2430475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64024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215384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215384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215384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479792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62672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2" descr="/Users/mahadev/Downloads/ProofSnap-main/pitch/icons_yb/gavel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27" y="2430475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9600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680960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7680960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680960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4279392"/>
            <a:ext cx="10177272" cy="137160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5875">
            <a:solidFill>
              <a:srgbClr val="FFC62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4443984"/>
            <a:ext cx="530352" cy="53035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8" name="Image 3" descr="/Users/mahadev/Downloads/ProofSnap-main/pitch/icons_yb/question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" y="4563313"/>
            <a:ext cx="291694" cy="29169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08760" y="4389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is a feature, not a gap.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508760" y="470916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triggers route to review: unreadable image quality, too few usable lanes, lane disagreement, or a score inside the uncertainty band. A confidently wrong reject locks a real person out of their bank account — refusing to guess is the correct output.</a:t>
            </a:r>
            <a:endParaRPr lang="en-US" sz="1130" dirty="0"/>
          </a:p>
        </p:txBody>
      </p:sp>
      <p:sp>
        <p:nvSpPr>
          <p:cNvPr id="31" name="Text 25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CHECK ACTUALLY RUNS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KYC check,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25296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7" name="Image 0" descr="/Users/mahadev/Downloads/ProofSnap-main/pitch/icons_yb/idcar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864" y="2628168"/>
            <a:ext cx="266639" cy="2666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the ID card. Gallery import allowed.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400300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19172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8900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95828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1" descr="/Users/mahadev/Downloads/ProofSnap-main/pitch/icons_yb/camera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396" y="2628168"/>
            <a:ext cx="266639" cy="2666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28900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Selfie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647188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Camera-only — no gallery path. Blocks the injection attack.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370832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489704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9943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166360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2" descr="/Users/mahadev/Downloads/ProofSnap-main/pitch/icons_yb/layers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928" y="2628168"/>
            <a:ext cx="266639" cy="26663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99432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Lanes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617720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 then lanes run in parallel on both images.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341364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460236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56996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136892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8" name="Image 3" descr="/Users/mahadev/Downloads/ProofSnap-main/pitch/icons_yb/gavel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60" y="2628168"/>
            <a:ext cx="266639" cy="266639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569964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Reasons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6588252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axes, per-lane evidence, confidence labelled uncalibrated.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311896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430768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54049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107424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5" name="Image 4" descr="/Users/mahadev/Downloads/ProofSnap-main/pitch/icons_yb/link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992" y="2628168"/>
            <a:ext cx="266639" cy="266639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540496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8558784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digest signed + anchored on Sepolia. Auditable, forever.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app, same image, side by side: /v1/baseline runs a commercial detector and our judge together — the comparison the live demo turns on.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&amp; WHAT WE DON’T CLAIM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 is tamper-proof — and we say what it isn’t.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fingerprint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80" y="2014880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9019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Ed25519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1945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hashed and signed by a per-device key at capture.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9" name="Image 1" descr="/Users/mahadev/Downloads/ProofSnap-main/pitch/icons_yb/cube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" y="285612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743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digest anchored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0358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{hashes + authenticity + identity + decision + confidence + time} — not just the photo hash.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3" name="Image 2" descr="/Users/mahadev/Downloads/ProofSnap-main/pitch/icons_yb/link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" y="3697376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5844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Sepolia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8770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Data-only self-transfer, ABI-encoded payload. No contract deploy required.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5989320" y="192024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17" name="Shape 12"/>
          <p:cNvSpPr/>
          <p:nvPr/>
        </p:nvSpPr>
        <p:spPr>
          <a:xfrm>
            <a:off x="6153912" y="2084832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8" name="Image 3" descr="/Users/mahadev/Downloads/ProofSnap-main/pitch/icons_yb/info_w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438" y="2175358"/>
            <a:ext cx="221285" cy="22128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20482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novelty claim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675120" y="234086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forensics. Our contribution is the KYC-specific system, not a new algorithm.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5989320" y="3218688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22" name="Shape 16"/>
          <p:cNvSpPr/>
          <p:nvPr/>
        </p:nvSpPr>
        <p:spPr>
          <a:xfrm>
            <a:off x="6153912" y="3383280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3" name="Image 4" descr="/Users/mahadev/Downloads/ProofSnap-main/pitch/icons_yb/scale_w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438" y="3473806"/>
            <a:ext cx="221285" cy="22128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75120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uncalibrated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675120" y="36393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false until validated — never shown as a real probability.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989320" y="4517136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27" name="Shape 20"/>
          <p:cNvSpPr/>
          <p:nvPr/>
        </p:nvSpPr>
        <p:spPr>
          <a:xfrm>
            <a:off x="6153912" y="4681728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8" name="Image 5" descr="/Users/mahadev/Downloads/ProofSnap-main/pitch/icons_yb/eyeslash_w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438" y="4772254"/>
            <a:ext cx="221285" cy="22128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75120" y="4645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lane still calibrating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675120" y="4937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capped until validated on real-world photos, not just its own training set — a broader retrain is in progress.</a:t>
            </a:r>
            <a:endParaRPr lang="en-US" sz="980" dirty="0"/>
          </a:p>
        </p:txBody>
      </p:sp>
      <p:sp>
        <p:nvSpPr>
          <p:cNvPr id="31" name="Text 23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VERILENS STANDS OUT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tell you if an image looks fake.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you whether to trust the applicant.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idcar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20" y="2975000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8986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selfie, face-matched — real KYC, not a generic upload box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8" name="Image 1" descr="/Users/mahadev/Downloads/ProofSnap-main/pitch/icons_yb/flask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0" y="3523640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44728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documented, published blind spot — not a vague novelty claim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2" descr="/Users/mahadev/Downloads/ProofSnap-main/pitch/icons_yb/gavel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" y="4072280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99592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Per-lane reasoning and honest abstention — never a forced guess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3" descr="/Users/mahadev/Downloads/ProofSnap-main/pitch/icons_yb/link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" y="4620920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5445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itself is signed and anchored — a real audit trail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631436" y="5349240"/>
            <a:ext cx="2926080" cy="11887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0" y="5623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2026-09-06T02:37:48Z</dcterms:created>
  <dcterms:modified xsi:type="dcterms:W3CDTF">2026-09-06T02:37:48Z</dcterms:modified>
</cp:coreProperties>
</file>